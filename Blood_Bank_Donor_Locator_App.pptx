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4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7394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188720"/>
            <a:ext cx="5029200" cy="5029200"/>
          </a:xfrm>
          <a:prstGeom prst="ellipse">
            <a:avLst/>
          </a:prstGeom>
          <a:solidFill>
            <a:srgbClr val="9A1B2F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2926080" cy="2926080"/>
          </a:xfrm>
          <a:prstGeom prst="ellipse">
            <a:avLst/>
          </a:prstGeom>
          <a:solidFill>
            <a:srgbClr val="5C0E1B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9A1B2F">
              <a:alpha val="7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6400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kern="0" spc="100" dirty="0">
                <a:solidFill>
                  <a:srgbClr val="E8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b="1" kern="0" spc="100" dirty="0">
                <a:solidFill>
                  <a:srgbClr val="E8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BACKEND DEVELOPMENT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Blood Bank and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Donor Locator App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658368" y="3794760"/>
            <a:ext cx="146304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977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donors, recipients, and blood banks in real time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892040"/>
            <a:ext cx="7863840" cy="1417320"/>
          </a:xfrm>
          <a:prstGeom prst="roundRect">
            <a:avLst>
              <a:gd name="adj" fmla="val 7742"/>
            </a:avLst>
          </a:prstGeom>
          <a:solidFill>
            <a:srgbClr val="5C0E1B"/>
          </a:solidFill>
          <a:ln w="12700">
            <a:solidFill>
              <a:srgbClr val="9A1B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5029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53949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Bhavya M</a:t>
            </a:r>
            <a:r>
              <a:rPr lang="en-US" sz="1500" dirty="0">
                <a:solidFill>
                  <a:srgbClr val="E4C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2520030005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8064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Dharmika P</a:t>
            </a:r>
            <a:r>
              <a:rPr lang="en-US" sz="1500" dirty="0">
                <a:solidFill>
                  <a:srgbClr val="E4C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2520030012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9A1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94944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6400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Blood Bank and Donor Locator App is a web-based platform designed to bridge the critical gap between blood donors, recipients, and blood banks during emergencies.
</a:t>
            </a:r>
            <a:endParaRPr lang="en-US" sz="15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enables users to register as donors, search for compatible blood groups nearby, and locate the closest blood banks using real-time location services.
</a:t>
            </a:r>
            <a:endParaRPr lang="en-US" sz="15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a relational database for accurate record-keeping with a responsive web interface, the application streamlines the process of finding and requesting blood, reducing response time in critical, life-saving situations.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0" y="1463040"/>
            <a:ext cx="3840480" cy="1508760"/>
          </a:xfrm>
          <a:prstGeom prst="roundRect">
            <a:avLst>
              <a:gd name="adj" fmla="val 6061"/>
            </a:avLst>
          </a:prstGeom>
          <a:solidFill>
            <a:srgbClr val="F4DCE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0" y="157276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A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9464040" y="16002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Search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0" y="3154680"/>
            <a:ext cx="3840480" cy="1508760"/>
          </a:xfrm>
          <a:prstGeom prst="roundRect">
            <a:avLst>
              <a:gd name="adj" fmla="val 6061"/>
            </a:avLst>
          </a:prstGeom>
          <a:solidFill>
            <a:srgbClr val="F4DC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955280" y="326440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A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9464040" y="32918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Registry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0" y="4846320"/>
            <a:ext cx="3840480" cy="1508760"/>
          </a:xfrm>
          <a:prstGeom prst="roundRect">
            <a:avLst>
              <a:gd name="adj" fmla="val 6061"/>
            </a:avLst>
          </a:prstGeom>
          <a:solidFill>
            <a:srgbClr val="F4DC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0" y="495604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A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9464040" y="49834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Bank and Donor Locator App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9A1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6733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Centralized Registry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3172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and blood bank information is scattered across phone contacts, NGO records, and hospital notice boards with no single digital source of truth.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691640"/>
            <a:ext cx="502920" cy="502920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16733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Delayed Emergency Response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33172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matching donor during a medical emergency relies on manual calling and word-of-mouth, costing precious time.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2793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Location Awareness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3776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methods cannot identify donors or blood banks that are geographically closest to the person in need.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402336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297680"/>
            <a:ext cx="502920" cy="502920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42793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Inventory Visibility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93776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banks lack a real-time, shareable view of available blood units by group, leading to avoidable shortages or wastage.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Bank and Donor Locator App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9A1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vs Proposed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C9A9A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5394960" cy="594360"/>
          </a:xfrm>
          <a:prstGeom prst="roundRect">
            <a:avLst>
              <a:gd name="adj" fmla="val 15385"/>
            </a:avLst>
          </a:prstGeom>
          <a:solidFill>
            <a:srgbClr val="1F2A44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709928"/>
            <a:ext cx="5394960" cy="301752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41732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340864"/>
            <a:ext cx="109728" cy="109728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88720" y="21945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phone-based donor search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2999232"/>
            <a:ext cx="109728" cy="109728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88720" y="285292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lists kept in registers or spreadsheets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3657600"/>
            <a:ext cx="109728" cy="109728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88720" y="351129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location tracking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14400" y="4315968"/>
            <a:ext cx="109728" cy="109728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88720" y="416966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a single hospital or NGO network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14400" y="4974336"/>
            <a:ext cx="109728" cy="109728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88720" y="48280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blood inventory tracking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14400" y="5632704"/>
            <a:ext cx="109728" cy="109728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88720" y="54864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delayed response during emergencies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63640" y="141732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9050">
            <a:solidFill>
              <a:srgbClr val="9A1B2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1417320"/>
            <a:ext cx="5394960" cy="594360"/>
          </a:xfrm>
          <a:prstGeom prst="roundRect">
            <a:avLst>
              <a:gd name="adj" fmla="val 15385"/>
            </a:avLst>
          </a:prstGeom>
          <a:solidFill>
            <a:srgbClr val="9A1B2F"/>
          </a:solidFill>
          <a:ln/>
        </p:spPr>
      </p:sp>
      <p:sp>
        <p:nvSpPr>
          <p:cNvPr id="22" name="Shape 20"/>
          <p:cNvSpPr/>
          <p:nvPr/>
        </p:nvSpPr>
        <p:spPr>
          <a:xfrm>
            <a:off x="6263640" y="1709928"/>
            <a:ext cx="5394960" cy="301752"/>
          </a:xfrm>
          <a:prstGeom prst="rect">
            <a:avLst/>
          </a:prstGeom>
          <a:solidFill>
            <a:srgbClr val="9A1B2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63640" y="141732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583680" y="2340864"/>
            <a:ext cx="109728" cy="109728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0" y="21945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donor &amp; recipient registration platform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583680" y="2999232"/>
            <a:ext cx="109728" cy="109728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0" y="285292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MySQL database for all records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583680" y="3657600"/>
            <a:ext cx="109728" cy="109728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0" y="351129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location-based donor/bank search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583680" y="4315968"/>
            <a:ext cx="109728" cy="109728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58000" y="416966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City-wide, scalable donor-bank network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583680" y="4974336"/>
            <a:ext cx="109728" cy="109728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858000" y="48280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blood inventory management by group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583680" y="5632704"/>
            <a:ext cx="109728" cy="109728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858000" y="54864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matching for faster emergency response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Bank and Donor Locator App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9A1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331720" y="1325880"/>
            <a:ext cx="5577840" cy="868680"/>
          </a:xfrm>
          <a:prstGeom prst="roundRect">
            <a:avLst>
              <a:gd name="adj" fmla="val 9474"/>
            </a:avLst>
          </a:prstGeom>
          <a:solidFill>
            <a:srgbClr val="1F2A44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560320" y="13990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Layer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7830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 •  Recipients  •  Hospital / Blood Bank Staff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94476" y="2194560"/>
            <a:ext cx="0" cy="256032"/>
          </a:xfrm>
          <a:prstGeom prst="line">
            <a:avLst/>
          </a:prstGeom>
          <a:noFill/>
          <a:ln w="2857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31720" y="2450592"/>
            <a:ext cx="5577840" cy="868680"/>
          </a:xfrm>
          <a:prstGeom prst="roundRect">
            <a:avLst>
              <a:gd name="adj" fmla="val 9474"/>
            </a:avLst>
          </a:prstGeom>
          <a:solidFill>
            <a:srgbClr val="F4DCE0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560320" y="252374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(Client) — React.js, HTML, CSS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90779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donor search, blood requests, dashboard UI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94476" y="3319272"/>
            <a:ext cx="0" cy="256032"/>
          </a:xfrm>
          <a:prstGeom prst="line">
            <a:avLst/>
          </a:prstGeom>
          <a:noFill/>
          <a:ln w="2857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331720" y="3575304"/>
            <a:ext cx="5577840" cy="868680"/>
          </a:xfrm>
          <a:prstGeom prst="roundRect">
            <a:avLst>
              <a:gd name="adj" fmla="val 9474"/>
            </a:avLst>
          </a:prstGeom>
          <a:solidFill>
            <a:srgbClr val="9A1B2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560320" y="364845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(API Layer) — Node.js + Express.js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403250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APIs, authentication, matching &amp; business logic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94476" y="4443984"/>
            <a:ext cx="0" cy="256032"/>
          </a:xfrm>
          <a:prstGeom prst="line">
            <a:avLst/>
          </a:prstGeom>
          <a:noFill/>
          <a:ln w="2857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331720" y="4700016"/>
            <a:ext cx="5577840" cy="868680"/>
          </a:xfrm>
          <a:prstGeom prst="roundRect">
            <a:avLst>
              <a:gd name="adj" fmla="val 9474"/>
            </a:avLst>
          </a:prstGeom>
          <a:solidFill>
            <a:srgbClr val="1F2A44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2560320" y="47731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Layer — MySQL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515721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Donor, recipient, blood bank &amp; inventory records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12480" y="3575304"/>
            <a:ext cx="3319272" cy="868680"/>
          </a:xfrm>
          <a:prstGeom prst="roundRect">
            <a:avLst>
              <a:gd name="adj" fmla="val 9474"/>
            </a:avLst>
          </a:prstGeom>
          <a:solidFill>
            <a:srgbClr val="D4A017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613648" y="3648456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Maps API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613648" y="4032504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distance services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909560" y="4009644"/>
            <a:ext cx="502920" cy="0"/>
          </a:xfrm>
          <a:prstGeom prst="line">
            <a:avLst/>
          </a:prstGeom>
          <a:noFill/>
          <a:ln w="2857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Bank and Donor Locator App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9A1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 to Implement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3520440" cy="548640"/>
          </a:xfrm>
          <a:prstGeom prst="roundRect">
            <a:avLst>
              <a:gd name="adj" fmla="val 16667"/>
            </a:avLst>
          </a:prstGeom>
          <a:solidFill>
            <a:srgbClr val="9A1B2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91640"/>
            <a:ext cx="3520440" cy="274320"/>
          </a:xfrm>
          <a:prstGeom prst="rect">
            <a:avLst/>
          </a:prstGeom>
          <a:solidFill>
            <a:srgbClr val="9A1B2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4173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25112" y="14173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25112" y="1417320"/>
            <a:ext cx="3520440" cy="54864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/>
        </p:spPr>
      </p:sp>
      <p:sp>
        <p:nvSpPr>
          <p:cNvPr id="11" name="Shape 9"/>
          <p:cNvSpPr/>
          <p:nvPr/>
        </p:nvSpPr>
        <p:spPr>
          <a:xfrm>
            <a:off x="4325112" y="1691640"/>
            <a:ext cx="3520440" cy="27432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07992" y="14173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1488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01584" y="14173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01584" y="1417320"/>
            <a:ext cx="3520440" cy="548640"/>
          </a:xfrm>
          <a:prstGeom prst="roundRect">
            <a:avLst>
              <a:gd name="adj" fmla="val 16667"/>
            </a:avLst>
          </a:prstGeom>
          <a:solidFill>
            <a:srgbClr val="9A1B2F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1584" y="1691640"/>
            <a:ext cx="3520440" cy="274320"/>
          </a:xfrm>
          <a:prstGeom prst="rect">
            <a:avLst/>
          </a:prstGeom>
          <a:solidFill>
            <a:srgbClr val="9A1B2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84464" y="14173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21488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023360"/>
            <a:ext cx="3520440" cy="54864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297680"/>
            <a:ext cx="3520440" cy="27432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023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TOOLS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7548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325112" y="402336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25112" y="4023360"/>
            <a:ext cx="3520440" cy="548640"/>
          </a:xfrm>
          <a:prstGeom prst="roundRect">
            <a:avLst>
              <a:gd name="adj" fmla="val 16667"/>
            </a:avLst>
          </a:prstGeom>
          <a:solidFill>
            <a:srgbClr val="D4A017"/>
          </a:solidFill>
          <a:ln/>
        </p:spPr>
      </p:sp>
      <p:sp>
        <p:nvSpPr>
          <p:cNvPr id="26" name="Shape 24"/>
          <p:cNvSpPr/>
          <p:nvPr/>
        </p:nvSpPr>
        <p:spPr>
          <a:xfrm>
            <a:off x="4325112" y="4297680"/>
            <a:ext cx="3520440" cy="2743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07992" y="4023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TOOLS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599432" y="47548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 / Location Services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Bank and Donor Locator App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4FCA52-8882-34E2-F264-CBED5DA61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291" y="250166"/>
            <a:ext cx="9816859" cy="652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468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473</Words>
  <Application>Microsoft Office PowerPoint</Application>
  <PresentationFormat>Widescreen</PresentationFormat>
  <Paragraphs>91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Dharmika p</cp:lastModifiedBy>
  <cp:revision>2</cp:revision>
  <dcterms:created xsi:type="dcterms:W3CDTF">2026-08-26T13:37:03Z</dcterms:created>
  <dcterms:modified xsi:type="dcterms:W3CDTF">2026-08-27T02:54:37Z</dcterms:modified>
</cp:coreProperties>
</file>